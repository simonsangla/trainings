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notebooklm.google.com/notebook/977f6c56-73d1-4c8a-b873-de51c86634d7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377440"/>
            <a:ext cx="914400" cy="109728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606040"/>
            <a:ext cx="1109441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are the boss. Fix the prompt, not the worker.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035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spc="400" kern="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90-minute training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90 minutes. Hands-on. Mixed-level.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Two exercises. One formula. One rule you’ll never forget.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It’s a smart intern with amnesia.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Capable. Eager. Forgets everything the moment the session ends.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predicts the next token. That’s it.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Token ≈ ¾ word.
</a:t>
            </a:r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Context window = working memory.
</a:t>
            </a:r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memory between sessions.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produces plausible text. Plausible is not true.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Confident tone is not a correctness signal.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Four rules. Non-negotiable.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11094415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2600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 Assume it hallucinates.
</a:t>
            </a:r>
            <a:pPr indent="0" marL="0">
              <a:spcAft>
                <a:spcPts val="1200"/>
              </a:spcAft>
              <a:buNone/>
            </a:pPr>
            <a:r>
              <a:rPr lang="en-US" sz="2600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 Never paste sensitive data.
</a:t>
            </a:r>
            <a:pPr indent="0" marL="0">
              <a:spcAft>
                <a:spcPts val="1200"/>
              </a:spcAft>
              <a:buNone/>
            </a:pPr>
            <a:r>
              <a:rPr lang="en-US" sz="2600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 Outputs are yours — verify originality.
</a:t>
            </a:r>
            <a:pPr indent="0" marL="0">
              <a:spcAft>
                <a:spcPts val="1200"/>
              </a:spcAft>
              <a:buNone/>
            </a:pPr>
            <a:r>
              <a:rPr lang="en-US" sz="2600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4.  Fact-check anything load-bearing.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prompt box is not private.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client data. No PII. No credentials.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enterprise tools for sensitive work.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8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RTF + Context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548640" y="43891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Role.  </a:t>
            </a:r>
            <a:pPr indent="0" marL="0">
              <a:buNone/>
            </a:pPr>
            <a:r>
              <a:rPr lang="en-US" sz="28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Task.  </a:t>
            </a:r>
            <a:pPr indent="0" marL="0">
              <a:buNone/>
            </a:pPr>
            <a:r>
              <a:rPr lang="en-US" sz="28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Context.  </a:t>
            </a:r>
            <a:pPr indent="0" marL="0">
              <a:buNone/>
            </a:pPr>
            <a:r>
              <a:rPr lang="en-US" sz="28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Format.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Who + What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5364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ROLE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536432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"You are a senior B2B copywriter…"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278728" y="2743200"/>
            <a:ext cx="5364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TASK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278728" y="3200400"/>
            <a:ext cx="536432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"Rewrite the post below so…"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095848" y="2743200"/>
            <a:ext cx="0" cy="2560320"/>
          </a:xfrm>
          <a:prstGeom prst="line">
            <a:avLst/>
          </a:prstGeom>
          <a:noFill/>
          <a:ln w="6350">
            <a:solidFill>
              <a:srgbClr val="6B6B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 / 20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+ How to Deliver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5364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CONTEXT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536432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Audience. Constraints. Red lines.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78728" y="2743200"/>
            <a:ext cx="5364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FORMAT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278728" y="3200400"/>
            <a:ext cx="536432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Length. Structure. Tone.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095848" y="2743200"/>
            <a:ext cx="0" cy="2560320"/>
          </a:xfrm>
          <a:prstGeom prst="line">
            <a:avLst/>
          </a:prstGeom>
          <a:noFill/>
          <a:ln w="6350">
            <a:solidFill>
              <a:srgbClr val="6B6B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20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Watch the difference.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5364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536432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One-line prompt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278728" y="2743200"/>
            <a:ext cx="5364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278728" y="3200400"/>
            <a:ext cx="536432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RTF + Context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68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EXERCISE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Your turn. Pairs. 15 minutes.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Pick one. Rewrite with RTF + Context. Run both. Compare.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 —  Status email
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“Write me an email about the project status.”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  —  Meeting summary
</a:t>
            </a:r>
            <a:endParaRPr lang="en-US" sz="2000" dirty="0"/>
          </a:p>
          <a:p>
            <a:pPr indent="0" marL="0">
              <a:buNone/>
            </a:pPr>
            <a:r>
              <a:rPr lang="en-US" sz="1600" i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“Summarize this meeting.”  (paste a redacted or fabricated transcript)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  —  Launch brainstorm
</a:t>
            </a:r>
            <a:endParaRPr lang="en-US" sz="2000" dirty="0"/>
          </a:p>
          <a:p>
            <a:pPr indent="0" marL="0">
              <a:buNone/>
            </a:pPr>
            <a:r>
              <a:rPr lang="en-US" sz="1600" i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“Give me ideas for the product launch.”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/ 20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First prompt is load-bearing.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Invest 30 seconds. Save 10 minutes.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Wrong: </a:t>
            </a:r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“No, you’re wrong.”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1109441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Right: </a:t>
            </a:r>
            <a:pPr indent="0" marL="0">
              <a:buNone/>
            </a:pPr>
            <a:r>
              <a:rPr lang="en-US" sz="30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“My instruction wasn’t clear. Here’s what I actually need: …”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Garbage in, garbage out.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 the first prompt. Regenerate.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Don’t pile fixes into a long thread.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fresh. Show, don’t tell.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When a thread drifts, start over.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When describing a style, paste an example.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 / 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68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EXERCISE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Your real work. Solo. 20 minutes.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109441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Pick a task from your week. Build an RTF + Context prompt.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Refine once — restate, don’t scold.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17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68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SIDE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RTF + Context + Templates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Cheat sheet for your first 10 prompts.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18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68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SIDE 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level — CO-STAR.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109441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Context.  </a:t>
            </a:r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Objective.  </a:t>
            </a:r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Style.  </a:t>
            </a:r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Tone.  </a:t>
            </a:r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Audience.  </a:t>
            </a:r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Response.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19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57200" cy="73152"/>
          </a:xfrm>
          <a:prstGeom prst="rect">
            <a:avLst/>
          </a:prstGeom>
          <a:solidFill>
            <a:srgbClr val="C1121F"/>
          </a:solidFill>
          <a:ln w="12700">
            <a:solidFill>
              <a:srgbClr val="C112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645920"/>
            <a:ext cx="11094415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are the boss.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 give better orders.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4846320"/>
            <a:ext cx="5364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NOTEBOOKLM</a:t>
            </a:r>
            <a:endParaRPr lang="en-US" sz="12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548640" y="5212080"/>
            <a:ext cx="5364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notebooklm.google.com/notebook/977f6c56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78728" y="4846320"/>
            <a:ext cx="5364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11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QUESTIONS?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78728" y="5212080"/>
            <a:ext cx="5364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Ask now, or steal these slides.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 / 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Make ChatGPT Your Slave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Helvetica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 Neu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2026-04-20T12:54:19Z</dcterms:created>
  <dcterms:modified xsi:type="dcterms:W3CDTF">2026-04-20T12:54:19Z</dcterms:modified>
</cp:coreProperties>
</file>