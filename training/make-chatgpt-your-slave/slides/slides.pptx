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8229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B3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90-MINUTE TRAINING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F7F5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ChatGPT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F7F5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</a:t>
            </a:r>
            <a:pPr indent="0" marL="0">
              <a:buNone/>
            </a:pPr>
            <a:r>
              <a:rPr lang="en-US" sz="72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Slave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182880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D3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 are the boss. Fix the prompt, not the worker.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 ·  WHAT THIS 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minutes. Hands-on. Mixed-level.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109728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Two exercises. One formula. One rule you'll never forget.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CHATGPT YOUR SLAVE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 ·  MENTAL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smart intern
</a:t>
            </a:r>
            <a:pPr indent="0" marL="0">
              <a:buNone/>
            </a:pPr>
            <a:r>
              <a:rPr lang="en-US" sz="56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amnesia.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CHATGPT YOUR SLAVE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 ·  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predicts the next token. That's it.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109728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112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TOKEN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¾ of a word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112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 WINDOW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memory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112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BETWEEN SESSIONS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memory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CHATGPT YOUR SLAVE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5528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 ·  PLAUSIBILITY ≠ TRUTH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produces plausible text.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Plausible is not true.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CHATGPT YOUR SLAVE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5528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 ·  LIMITS &amp; ETHICS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rules. Non-negotiable.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Assume it hallucinates.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Never paste sensitive data.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Outputs are yours — verify originality.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Fact-check anything load-bearing.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CHATGPT YOUR SLAVE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 ·  CONFIDENTIALITY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09728" cy="14630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0"/>
            <a:ext cx="7909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prompt box is not private.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client data.  No PII.  No credentials.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 enterprise tools for sensitive work.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CHATGPT YOUR SLAVE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B3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 ·  THE FORMULA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RTF</a:t>
            </a:r>
            <a:pPr indent="0" marL="0">
              <a:buNone/>
            </a:pPr>
            <a:r>
              <a:rPr lang="en-US" sz="8000" b="1" i="1" dirty="0">
                <a:solidFill>
                  <a:srgbClr val="F7F5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Context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109728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D8D3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Role.  Task.  Context.  Format.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5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CHATGPT YOUR SLAVE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5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 ·  ROLE + TASK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+ What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12700">
            <a:solidFill>
              <a:srgbClr val="E5E1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112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“You are a senior B2B copywriter…”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2377440"/>
            <a:ext cx="0" cy="2103120"/>
          </a:xfrm>
          <a:prstGeom prst="line">
            <a:avLst/>
          </a:prstGeom>
          <a:noFill/>
          <a:ln w="12700">
            <a:solidFill>
              <a:srgbClr val="E5E1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112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651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32004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“Rewrite the post below so…”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CHATGPT YOUR SLAVE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 ·  CONTEXT + FORMAT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+ How to Deliver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12700">
            <a:solidFill>
              <a:srgbClr val="E5E1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112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Audience, constraints, red lines.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2377440"/>
            <a:ext cx="0" cy="2103120"/>
          </a:xfrm>
          <a:prstGeom prst="line">
            <a:avLst/>
          </a:prstGeom>
          <a:noFill/>
          <a:ln w="12700">
            <a:solidFill>
              <a:srgbClr val="E5E1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112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651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deliver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32004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Length, structure, tone.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CHATGPT YOUR SLAVE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 ·  BEFORE / AFTER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the difference.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109728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83464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BEFORE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One-line prompt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834640"/>
            <a:ext cx="39319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11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112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AFTER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32461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RTF + Context prompt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CHATGPT YOUR SLAVE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5528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B3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 ·  EXERCISE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7F5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turn.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Pairs.  15 minutes.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109728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3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Pick a weak prompt. Rewrite with RTF + Context. Run both. Compare.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5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CHATGPT YOUR SLAVE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5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 ·  BEST PRACTICES (1/2)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prompt is load-bearing.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109728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 30 seconds.  </a:t>
            </a:r>
            <a:pPr indent="0" marL="0">
              <a:buNone/>
            </a:pPr>
            <a:r>
              <a:rPr lang="en-US" sz="2200" b="1" i="1" dirty="0">
                <a:solidFill>
                  <a:srgbClr val="C112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Save 10 minutes.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CHATGPT YOUR SLAVE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 ·  DON'T SCOLD — RESTATE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112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WRONG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“No, you're wrong.”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8229600" cy="0"/>
          </a:xfrm>
          <a:prstGeom prst="line">
            <a:avLst/>
          </a:prstGeom>
          <a:noFill/>
          <a:ln w="12700">
            <a:solidFill>
              <a:srgbClr val="E5E1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112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RIGHT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“My instruction wasn't clear. Here's what I actually need: …”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CHATGPT YOUR SLAVE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5528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 ·  GIGO  ·  EDIT UPSTREAM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Garbage in, garbage out.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109728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 the first prompt. Regenerate.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Don't pile fixes into a long thread.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CHATGPT YOUR SLAVE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  ·  FRESH THREADS  ·  EXAMPLES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fresh.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Show, don't tell.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109728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Thread drifts? Start over.  Describing a style? Paste an example.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CHATGPT YOUR SLAVE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B3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  ·  EXERCISE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7F5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real work.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Solo.  20 minutes.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109728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3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Pick a task from your week. Build an RTF + Context prompt.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D3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Refine once — restate, don't scold.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5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CHATGPT YOUR SLAVE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5528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5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  ·  CHEAT SHEET  ·  SIDE 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RTF + Context + Templates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109728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1560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06040" y="3108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00400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3108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349240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Format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3720" y="3108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498080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CHATGPT YOUR SLAVE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  ·  CHEAT SHEET  ·  SIDE 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level — </a:t>
            </a:r>
            <a:pPr indent="0" marL="0">
              <a:buNone/>
            </a:pPr>
            <a:r>
              <a:rPr lang="en-US" sz="44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CO-STAR.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109728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17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74520" y="3017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874520" y="35661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3017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35661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Style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3017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09160" y="35661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3017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26480" y="35661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43800" y="3017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543800" y="35661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Response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CHATGPT YOUR SLAVE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95528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8229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B3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  ·  WRAP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i="1" dirty="0">
                <a:solidFill>
                  <a:srgbClr val="F7F5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the boss.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i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give better orders.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4023360" y="3749040"/>
            <a:ext cx="109728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NotebookLM link: [placeholder URL]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7F5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 ChatGPT Your Slave</dc:title>
  <dc:subject>PptxGenJS Presentation</dc:subject>
  <dc:creator>Simon Sangla</dc:creator>
  <cp:lastModifiedBy>Simon Sangla</cp:lastModifiedBy>
  <cp:revision>1</cp:revision>
  <dcterms:created xsi:type="dcterms:W3CDTF">2026-04-20T12:15:20Z</dcterms:created>
  <dcterms:modified xsi:type="dcterms:W3CDTF">2026-04-20T12:15:20Z</dcterms:modified>
</cp:coreProperties>
</file>